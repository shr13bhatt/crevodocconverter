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" y="100000"/>
            <a:ext cx="5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CrevoDoc Test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