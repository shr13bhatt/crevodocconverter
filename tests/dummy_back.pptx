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863" y="604986"/>
            <a:ext cx="1894570" cy="34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Arial"/>
              </a:defRPr>
            </a:pPr>
            <a:r>
              <a:t>CrevoDoc Test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